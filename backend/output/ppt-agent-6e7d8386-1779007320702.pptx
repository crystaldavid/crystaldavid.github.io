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新生购机指南：专业需求与配置选择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购机前先了解专业需求，避免盲目选择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本指南覆盖文科、理工、设计、编程四大类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线上分享会 · 入学前必看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推荐视觉：封面大标题+装饰性图标（电脑、书本、齿轮、画笔、代码）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专业分类与需求概览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核心配置对比表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选购建议与避坑提示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推荐视觉：简洁列表，每个条目配一个图标（分类、表格、灯泡）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你的专业需要什么样的电脑？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文科/艺术类：便携优先，屏幕质量重要，显卡要求低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理工科类：中等性能CPU和内存，部分需独显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设计/影视类：高显卡、大内存、高色域屏幕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编程/数据类：高性能CPU和大内存，显卡要求中等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推荐视觉：四象限图标图，每个象限代表一个专业大类，配关键图标（书本、齿轮、画笔、代码）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专业配置需求一览表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文科/艺术：i5/R5、8-16GB、512GB SSD、集显、高色域屏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理工科：i5/R7、16GB、512GB SSD、入门独显、标准屏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设计/影视：i7/R7、16-32GB、1TB SSD、中高端独显、高色域屏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编程/数据：i7/R7、16-32GB、512GB-1TB SSD、中端独显、标准屏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推荐视觉：横向表格，每一列对应一个配置项（CPU、内存、存储、显卡、屏幕），每一行对应一个专业大类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聪明选购，避开这些坑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轻薄本 vs 游戏本：文科/编程选轻薄，理工/设计选性能本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苹果 vs Windows：设计/影视考虑苹果，其他专业Windows更通用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预算区间：建议4000-8000元为主流区间，避免过度配置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常见误区：盲目追求高配、忽略屏幕质量、忽视便携需求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推荐视觉：对比图标（天平、警告标志），搭配简短文字提示，每个建议用独立卡片展示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总结与建议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根据专业需求选配置，避免盲目购机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文科/编程优先便携，理工/设计需性能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预算合理，关注核心差异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推荐视觉：三行关键标语，每行配一个图标（目标、便携、预算），底部可加一句鼓励语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针对不同专业大学生电脑配置与需求的综合分析，重点展示专业需求可视化对比</dc:title>
  <dc:subject>PptxGenJS Presentation</dc:subject>
  <dc:creator>PPT Agent</dc:creator>
  <cp:lastModifiedBy>PPT Agent</cp:lastModifiedBy>
  <cp:revision>1</cp:revision>
  <dcterms:created xsi:type="dcterms:W3CDTF">2026-05-17T08:42:00Z</dcterms:created>
  <dcterms:modified xsi:type="dcterms:W3CDTF">2026-05-17T08:42:00Z</dcterms:modified>
</cp:coreProperties>
</file>